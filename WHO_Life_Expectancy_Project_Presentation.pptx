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140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WHO Life Expectancy Data Analysis (EDA Project)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on Global Health Data (2000–2015)</a:t>
            </a:r>
          </a:p>
          <a:p>
            <a:r>
              <a:t>By: Anruth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 analyze how socioeconomic and healthcare-related indicators such as GDP, schooling, BMI, healthcare expenditure, and disease rates impact life expectancy across developed and developing countries.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0119"/>
          </a:xfrm>
        </p:spPr>
        <p:txBody>
          <a:bodyPr>
            <a:normAutofit lnSpcReduction="10000"/>
          </a:bodyPr>
          <a:lstStyle/>
          <a:p>
            <a:r>
              <a:rPr dirty="0"/>
              <a:t>Source: WHO Life Expectancy Dataset (Kaggle)</a:t>
            </a:r>
          </a:p>
          <a:p>
            <a:r>
              <a:rPr dirty="0"/>
              <a:t>Records: ~2,900</a:t>
            </a:r>
          </a:p>
          <a:p>
            <a:r>
              <a:rPr dirty="0"/>
              <a:t>Countries: 180+</a:t>
            </a:r>
          </a:p>
          <a:p>
            <a:r>
              <a:rPr dirty="0"/>
              <a:t>Features: 22</a:t>
            </a:r>
          </a:p>
          <a:p>
            <a:r>
              <a:rPr dirty="0"/>
              <a:t>Time Period: 2000–2015</a:t>
            </a:r>
          </a:p>
          <a:p>
            <a:endParaRPr dirty="0"/>
          </a:p>
          <a:p>
            <a:r>
              <a:rPr dirty="0"/>
              <a:t>Dataset includes indicators such as GDP, BMI, Schooling, Alcohol Consumption, Healthcare Spending, Immunization Rates, and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1239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1. Data Cleaning &amp; Preprocessing: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lang="en-US" dirty="0"/>
              <a:t>      </a:t>
            </a:r>
            <a:r>
              <a:rPr dirty="0"/>
              <a:t>- Handled missing values (country-wise median)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     </a:t>
            </a:r>
            <a:r>
              <a:rPr dirty="0"/>
              <a:t>- Standardized column names and data types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dirty="0"/>
              <a:t>- Engineered GDP per capita and decade grouping</a:t>
            </a:r>
          </a:p>
          <a:p>
            <a:endParaRPr dirty="0"/>
          </a:p>
          <a:p>
            <a:r>
              <a:rPr dirty="0"/>
              <a:t>2. Exploratory Analysis: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lang="en-US" dirty="0"/>
              <a:t>     </a:t>
            </a:r>
            <a:r>
              <a:rPr dirty="0"/>
              <a:t>- Univariate, Bivariate, Multivariate analysis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  - Trend analysis over time</a:t>
            </a:r>
          </a:p>
          <a:p>
            <a:endParaRPr dirty="0"/>
          </a:p>
          <a:p>
            <a:r>
              <a:rPr dirty="0"/>
              <a:t>3. Predictive Modeling: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   - Linear Regression model to predict life expectancy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Higher GDP per capita and schooling years correlate with higher life expectancy</a:t>
            </a:r>
          </a:p>
          <a:p>
            <a:r>
              <a:rPr dirty="0"/>
              <a:t>Developed countries show higher median life expectancy than developing nations</a:t>
            </a:r>
          </a:p>
          <a:p>
            <a:r>
              <a:rPr dirty="0"/>
              <a:t>Public health expenditure and education drive longevity</a:t>
            </a:r>
          </a:p>
          <a:p>
            <a:r>
              <a:rPr dirty="0"/>
              <a:t>Alcohol consumption and adult mortality rates negatively impact life expectancy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Increase healthcare expenditure in developing countries</a:t>
            </a:r>
          </a:p>
          <a:p>
            <a:pPr marL="0" indent="0">
              <a:buNone/>
            </a:pPr>
            <a:r>
              <a:rPr dirty="0"/>
              <a:t>2. Invest in education to improve long-term health outcomes</a:t>
            </a:r>
          </a:p>
          <a:p>
            <a:pPr marL="0" indent="0">
              <a:buNone/>
            </a:pPr>
            <a:r>
              <a:rPr dirty="0"/>
              <a:t>3. Promote awareness on alcohol consumption and lifestyle diseases</a:t>
            </a:r>
          </a:p>
          <a:p>
            <a:pPr marL="0" indent="0">
              <a:buNone/>
            </a:pPr>
            <a:r>
              <a:rPr dirty="0"/>
              <a:t>4. Strengthen vaccination and immunization programs globally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| Pandas | NumPy | Matplotlib | Seaborn | Plotly | Missingno | Scikit-learn | Jupyter Notebook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Produced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WHO_Life_Expectancy_EDA.ipynb</a:t>
            </a:r>
            <a:r>
              <a:rPr dirty="0"/>
              <a:t> (Full Analysis)</a:t>
            </a:r>
          </a:p>
          <a:p>
            <a:r>
              <a:rPr dirty="0"/>
              <a:t>life_expectancy_cleaned.csv (Clean Dataset)</a:t>
            </a:r>
            <a:endParaRPr lang="en-IN" dirty="0"/>
          </a:p>
          <a:p>
            <a:r>
              <a:rPr dirty="0"/>
              <a:t>README.md (Documentation)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This project provided insights into how economic and educational factors drive life expectancy.</a:t>
            </a:r>
          </a:p>
          <a:p>
            <a:endParaRPr dirty="0"/>
          </a:p>
          <a:p>
            <a:r>
              <a:rPr dirty="0"/>
              <a:t>It demonstrates key skills in: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Data cleaning &amp; preprocessing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Visualization &amp; storytelling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Exploratory data analysis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- Insight-driven recommendations</a:t>
            </a:r>
          </a:p>
          <a:p>
            <a:endParaRPr dirty="0"/>
          </a:p>
          <a:p>
            <a:r>
              <a:rPr dirty="0"/>
              <a:t>This EDA reflects strong analytical and presentation capabilities for data-driven roles.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</TotalTime>
  <Words>354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WHO Life Expectancy Data Analysis (EDA Project)</vt:lpstr>
      <vt:lpstr>Objective</vt:lpstr>
      <vt:lpstr>Dataset Overview</vt:lpstr>
      <vt:lpstr>Methodology</vt:lpstr>
      <vt:lpstr>Key Insights</vt:lpstr>
      <vt:lpstr>Recommendations</vt:lpstr>
      <vt:lpstr>Tools &amp; Technologies</vt:lpstr>
      <vt:lpstr>Files Produced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ANRUTH NAIR</cp:lastModifiedBy>
  <cp:revision>2</cp:revision>
  <dcterms:created xsi:type="dcterms:W3CDTF">2013-01-27T09:14:16Z</dcterms:created>
  <dcterms:modified xsi:type="dcterms:W3CDTF">2025-11-12T06:03:32Z</dcterms:modified>
  <cp:category/>
</cp:coreProperties>
</file>